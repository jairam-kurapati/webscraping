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E842-0018-E58B-EDEC-741979D93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and Analysis of E-commerce Product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BD65A-8298-D9AC-361A-6DE53BB0D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 on Product Data Extraction from Flipkart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1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5A38-A443-D07C-7709-C8E91C41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lang="en-US" dirty="0"/>
              <a:t> and Basic Data Analysis of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dirty="0"/>
              <a:t> E-commerce Product Category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0ADE2-9E38-AA0B-54CD-D234DFBB64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6" y="2389362"/>
            <a:ext cx="945610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extracting and analyzing publicly available product data from Flipkart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selected product category (example: Smartphones) is used as the case study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is used for both data extraction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1093293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E621-FAD4-4409-3BBA-4BE86C5E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47252"/>
            <a:ext cx="10353675" cy="1325563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IN" dirty="0"/>
              <a:t> and Motivation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945759-9067-EBAE-E7B2-E56349283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420" y="1861696"/>
            <a:ext cx="10894142" cy="353404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US" altLang="en-US" sz="2800" dirty="0"/>
              <a:t>E-commerce platforms host thousands of products with dynamic pricing</a:t>
            </a:r>
          </a:p>
          <a:p>
            <a:pPr lvl="0" algn="just"/>
            <a:r>
              <a:rPr lang="en-US" altLang="en-US" sz="2800" dirty="0"/>
              <a:t>Manual data collection is inefficient and error-prone</a:t>
            </a:r>
          </a:p>
          <a:p>
            <a:pPr lvl="0"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lang="en-US" altLang="en-US" sz="2800" dirty="0"/>
              <a:t> data extraction enables large-scale market analysis</a:t>
            </a:r>
          </a:p>
          <a:p>
            <a:pPr lvl="0" algn="just"/>
            <a:r>
              <a:rPr lang="en-US" altLang="en-US" sz="2800" dirty="0"/>
              <a:t>Businesses use such data to understand demand, pricing, and customer behavior</a:t>
            </a:r>
          </a:p>
        </p:txBody>
      </p:sp>
    </p:spTree>
    <p:extLst>
      <p:ext uri="{BB962C8B-B14F-4D97-AF65-F5344CB8AC3E}">
        <p14:creationId xmlns:p14="http://schemas.microsoft.com/office/powerpoint/2010/main" val="1537208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8598-36F1-F395-05DF-D9D52118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5974"/>
            <a:ext cx="10353761" cy="120936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3600" dirty="0"/>
              <a:t>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C1BAC-DCB1-4077-C71B-B6C88A2F8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68361"/>
            <a:ext cx="10353762" cy="550606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direct APIs for accessing detailed Flipkart product data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structured datasets for analysis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 product data from first 10 pages of a category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pricing, ratings, brand, and availability details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basic exploratory data analysis using Python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49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1FE9-AD78-FCF9-C33D-B334675C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dirty="0"/>
              <a:t> Category &amp; Data Scope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EBF688-6E0C-7632-616C-4CF024FC2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494626"/>
            <a:ext cx="1023228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category: Smartphones (can be replaced if needed)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 from first 10 result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page contains multiple product listings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includes both sponsored and non-sponsored products</a:t>
            </a:r>
          </a:p>
        </p:txBody>
      </p:sp>
    </p:spTree>
    <p:extLst>
      <p:ext uri="{BB962C8B-B14F-4D97-AF65-F5344CB8AC3E}">
        <p14:creationId xmlns:p14="http://schemas.microsoft.com/office/powerpoint/2010/main" val="4670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AEB8-8064-0DA5-C497-44CF08DC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7820"/>
            <a:ext cx="10353761" cy="123886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Extracted (Detailed)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280A-6545-B98D-B4F5-1CD1B8DE1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71716"/>
            <a:ext cx="10353762" cy="4719484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product, the following attributes were scraped: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and brand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Listed price and discount (if available)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/ stock status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value and total review count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Star-wise rating distribution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date based 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Sponsored advertisement tag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product specifications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911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5479-085A-1E41-6673-49D500F2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23886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3600" dirty="0"/>
              <a:t>, Libraries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306EF-EA7C-4277-8610-F53AEC888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11045"/>
            <a:ext cx="10353762" cy="544707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for HTTP communication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HTML parsing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for data manipulation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for visualization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request with headers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HTML structure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tags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CSV format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58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779C-FBAB-5913-352C-43C26F08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dirty="0"/>
              <a:t> Analysis </a:t>
            </a:r>
            <a:r>
              <a:rPr lang="en-IN" sz="4000" dirty="0"/>
              <a:t>Performed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D70D79-7963-28A1-3E1F-A79AE3ED08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0023" y="1516022"/>
            <a:ext cx="868378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of products per brand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range and average price analysis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distribution analysis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sponsored vs non-sponsored products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Identification of popular brands based on reviews</a:t>
            </a:r>
          </a:p>
        </p:txBody>
      </p:sp>
    </p:spTree>
    <p:extLst>
      <p:ext uri="{BB962C8B-B14F-4D97-AF65-F5344CB8AC3E}">
        <p14:creationId xmlns:p14="http://schemas.microsoft.com/office/powerpoint/2010/main" val="2313681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03AA-389C-A7A6-B8BD-7699C9059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67148"/>
            <a:ext cx="10353761" cy="95372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97DE4-9993-9A8A-C9E6-0C83C9500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17523"/>
            <a:ext cx="10353762" cy="5250425"/>
          </a:xfrm>
        </p:spPr>
        <p:txBody>
          <a:bodyPr>
            <a:noAutofit/>
          </a:bodyPr>
          <a:lstStyle/>
          <a:p>
            <a:r>
              <a:rPr lang="en-US" sz="2800" dirty="0"/>
              <a:t>Tabular representation of product details</a:t>
            </a:r>
          </a:p>
          <a:p>
            <a:r>
              <a:rPr lang="en-US" sz="2800" dirty="0"/>
              <a:t>Bar charts for brand-wise product count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2800" dirty="0"/>
              <a:t> distribution plots</a:t>
            </a:r>
          </a:p>
          <a:p>
            <a:r>
              <a:rPr lang="en-US" sz="2800" dirty="0"/>
              <a:t>Rating distribution charts</a:t>
            </a:r>
          </a:p>
          <a:p>
            <a:r>
              <a:rPr lang="en-US" sz="2800" b="1" dirty="0"/>
              <a:t>Key Insights</a:t>
            </a:r>
            <a:endParaRPr lang="en-US" sz="2800" dirty="0"/>
          </a:p>
          <a:p>
            <a:r>
              <a:rPr lang="en-US" sz="2800" dirty="0"/>
              <a:t>Certain brands dominate the category</a:t>
            </a:r>
          </a:p>
          <a:p>
            <a:r>
              <a:rPr lang="en-US" sz="2800" dirty="0"/>
              <a:t>Higher ratings generally correlate with higher review counts</a:t>
            </a:r>
          </a:p>
          <a:p>
            <a:r>
              <a:rPr lang="en-US" sz="2800" dirty="0"/>
              <a:t>Sponsored products appear more frequently on top pages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90689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B9E0-E128-ED8C-64CC-5FDD63A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68825"/>
            <a:ext cx="10353761" cy="1135626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dirty="0"/>
              <a:t> &amp; 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6A9C-91DC-1669-AD90-E09926DF3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16077"/>
            <a:ext cx="10353762" cy="570271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content loading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HTML class names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inconsistent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IP blocking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publicly available data used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 or private data scraped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frequency kept minimal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57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ircle/>
        <p:sndAc>
          <p:stSnd>
            <p:snd r:embed="rId2" name="camera.wav"/>
          </p:stSnd>
        </p:sndAc>
      </p:transition>
    </mc:Choice>
    <mc:Fallback>
      <p:transition spd="slow">
        <p:circle/>
        <p:sndAc>
          <p:stSnd>
            <p:snd r:embed="rId2" name="camera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B379-999A-4D0D-15AA-9D6D7934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90052"/>
            <a:ext cx="10353761" cy="978309"/>
          </a:xfrm>
        </p:spPr>
        <p:txBody>
          <a:bodyPr>
            <a:normAutofit/>
          </a:bodyPr>
          <a:lstStyle/>
          <a:p>
            <a:r>
              <a:rPr lang="en-IN" sz="3600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F46A4-8F4F-9C5F-4E95-0CC63C47F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06013"/>
            <a:ext cx="10353762" cy="5161935"/>
          </a:xfrm>
        </p:spPr>
        <p:txBody>
          <a:bodyPr>
            <a:normAutofit fontScale="77500" lnSpcReduction="2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scraped and analyzed Flipkart product data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proved efficient for both scraping and analysis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provides real-world exposure to data engineering concepts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daily price tracking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multiple platforms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 for ML price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919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29</TotalTime>
  <Words>439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Times New Roman</vt:lpstr>
      <vt:lpstr>Damask</vt:lpstr>
      <vt:lpstr>Web Scraping and Analysis of E-commerce Product Data</vt:lpstr>
      <vt:lpstr>Web Scraping and Basic Data Analysis of an E-commerce Product Category</vt:lpstr>
      <vt:lpstr>Context and Motivation </vt:lpstr>
      <vt:lpstr>Problem Statement &amp; Objectives</vt:lpstr>
      <vt:lpstr>Product Category &amp; Data Scope </vt:lpstr>
      <vt:lpstr>Data Extracted (Detailed)</vt:lpstr>
      <vt:lpstr>Tools, Libraries &amp; Methodology</vt:lpstr>
      <vt:lpstr>Data Analysis Performed  </vt:lpstr>
      <vt:lpstr>Visualization &amp; Insights</vt:lpstr>
      <vt:lpstr>Challenges &amp; Ethical Considerations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jairam K</dc:creator>
  <cp:lastModifiedBy>jairam K</cp:lastModifiedBy>
  <cp:revision>1</cp:revision>
  <dcterms:created xsi:type="dcterms:W3CDTF">2026-01-29T14:54:38Z</dcterms:created>
  <dcterms:modified xsi:type="dcterms:W3CDTF">2026-01-29T15:23:59Z</dcterms:modified>
</cp:coreProperties>
</file>