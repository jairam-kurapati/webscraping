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9192-FB0A-9EFD-79B9-A655CA0F7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Web Scraping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CC33A-C4DE-F048-9D61-BD3711DF5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Case Study on Flipkart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85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34A1-ACA3-552D-A1AD-BBB665EF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8F30-AA3A-8688-210F-26D83E44F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What is web scraping</a:t>
            </a:r>
          </a:p>
          <a:p>
            <a:r>
              <a:rPr lang="en-US" dirty="0"/>
              <a:t>Why web scraping is used</a:t>
            </a:r>
          </a:p>
          <a:p>
            <a:r>
              <a:rPr lang="en-US" dirty="0"/>
              <a:t>Importance of web scraping in data collection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Web scraping is the process of extracting data from websites automatically.</a:t>
            </a:r>
          </a:p>
          <a:p>
            <a:r>
              <a:rPr lang="en-US" dirty="0"/>
              <a:t>It helps in collecting large amounts of data efficiently.</a:t>
            </a:r>
          </a:p>
          <a:p>
            <a:r>
              <a:rPr lang="en-US" dirty="0"/>
              <a:t>Python is commonly used due to its simplicity and powerful libraries.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37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07B8-6903-30C6-5005-63548142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Flipkart for Web Scraping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79563-E953-5E20-81D9-10E3384D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Reason for choosing Flipkart</a:t>
            </a:r>
          </a:p>
          <a:p>
            <a:r>
              <a:rPr lang="en-US" dirty="0"/>
              <a:t>Type of data available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Flipkart is a popular e-commerce platform.</a:t>
            </a:r>
          </a:p>
          <a:p>
            <a:r>
              <a:rPr lang="en-US" dirty="0"/>
              <a:t>It provides large product data such as prices, ratings, and reviews.</a:t>
            </a:r>
          </a:p>
          <a:p>
            <a:r>
              <a:rPr lang="en-US" dirty="0"/>
              <a:t>Useful for market and price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71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41EB-6752-DA18-423E-D279BE6F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BF61-76E2-3DE1-C127-A7C5BA682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Include:</a:t>
            </a:r>
          </a:p>
          <a:p>
            <a:r>
              <a:rPr lang="en-IN" dirty="0"/>
              <a:t>Programming language</a:t>
            </a:r>
          </a:p>
          <a:p>
            <a:r>
              <a:rPr lang="en-IN" dirty="0"/>
              <a:t>Libraries used</a:t>
            </a:r>
          </a:p>
          <a:p>
            <a:r>
              <a:rPr lang="en-IN" b="1" dirty="0"/>
              <a:t>Sample matter:</a:t>
            </a:r>
            <a:endParaRPr lang="en-IN" dirty="0"/>
          </a:p>
          <a:p>
            <a:r>
              <a:rPr lang="en-IN" dirty="0"/>
              <a:t>Python programming language</a:t>
            </a:r>
          </a:p>
          <a:p>
            <a:r>
              <a:rPr lang="en-IN" dirty="0"/>
              <a:t>Requests – to send HTTP requests</a:t>
            </a:r>
          </a:p>
          <a:p>
            <a:r>
              <a:rPr lang="en-IN" dirty="0"/>
              <a:t>BeautifulSoup – to parse HTML pages</a:t>
            </a:r>
          </a:p>
          <a:p>
            <a:r>
              <a:rPr lang="en-IN" dirty="0"/>
              <a:t>Pandas – to store and </a:t>
            </a:r>
            <a:r>
              <a:rPr lang="en-IN" dirty="0" err="1"/>
              <a:t>analyze</a:t>
            </a:r>
            <a:r>
              <a:rPr lang="en-IN" dirty="0"/>
              <a:t>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11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6CE6-22F4-2A25-89C5-33890953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Flipkart Website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4ADE-AD49-79FF-7EF8-E61D1E6A6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How data is stored on the website</a:t>
            </a:r>
          </a:p>
          <a:p>
            <a:r>
              <a:rPr lang="en-US" dirty="0"/>
              <a:t>Importance of inspecting elements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Flipkart pages are built using HTML.</a:t>
            </a:r>
          </a:p>
          <a:p>
            <a:r>
              <a:rPr lang="en-US" dirty="0"/>
              <a:t>Product details are stored in tags and class names.</a:t>
            </a:r>
          </a:p>
          <a:p>
            <a:r>
              <a:rPr lang="en-US" dirty="0"/>
              <a:t>Browser inspect tool is used to identify required elements.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00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1E77-F333-13F3-EF58-CA1BA23F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Collected from Flipkart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9139-C3D4-1FEB-6FE6-2235DF9F1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List of extracted fields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Product name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Ratings</a:t>
            </a:r>
          </a:p>
          <a:p>
            <a:r>
              <a:rPr lang="en-US" dirty="0"/>
              <a:t>Number of reviews</a:t>
            </a:r>
          </a:p>
          <a:p>
            <a:r>
              <a:rPr lang="en-US" dirty="0"/>
              <a:t>Availability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9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EA56-6DB5-3322-66D3-7491DB91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Scraping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8247-C20A-0734-D107-AAFF6075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Step-by-step workflow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Send request to the Flipkart webpage</a:t>
            </a:r>
          </a:p>
          <a:p>
            <a:r>
              <a:rPr lang="en-US" dirty="0"/>
              <a:t>Download HTML content</a:t>
            </a:r>
          </a:p>
          <a:p>
            <a:r>
              <a:rPr lang="en-US" dirty="0"/>
              <a:t>Parse HTML using </a:t>
            </a:r>
            <a:r>
              <a:rPr lang="en-US" dirty="0" err="1"/>
              <a:t>BeautifulSoup</a:t>
            </a:r>
            <a:endParaRPr lang="en-US" dirty="0"/>
          </a:p>
          <a:p>
            <a:r>
              <a:rPr lang="en-US" dirty="0"/>
              <a:t>Extract required data</a:t>
            </a:r>
          </a:p>
          <a:p>
            <a:r>
              <a:rPr lang="en-US" dirty="0"/>
              <a:t>Store the data in CSV format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73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6A7A-0B20-75BD-CA69-72179BAD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E32DB-1F0F-0D08-0167-85B04D37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Include:</a:t>
            </a:r>
          </a:p>
          <a:p>
            <a:r>
              <a:rPr lang="en-US" dirty="0"/>
              <a:t>Problems faced during scraping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Dynamic content loading</a:t>
            </a:r>
          </a:p>
          <a:p>
            <a:r>
              <a:rPr lang="en-US" dirty="0"/>
              <a:t>Frequent changes in website structure</a:t>
            </a:r>
          </a:p>
          <a:p>
            <a:r>
              <a:rPr lang="en-US" dirty="0"/>
              <a:t>Request blocking and access restrictions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81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ADB7-4066-C09A-23B5-CEA4F34A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FF51-4685-6779-C90A-EA35CCCD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00474"/>
          </a:xfrm>
        </p:spPr>
        <p:txBody>
          <a:bodyPr>
            <a:normAutofit/>
          </a:bodyPr>
          <a:lstStyle/>
          <a:p>
            <a:r>
              <a:rPr lang="en-US" dirty="0"/>
              <a:t>Include:</a:t>
            </a:r>
          </a:p>
          <a:p>
            <a:r>
              <a:rPr lang="en-US" dirty="0"/>
              <a:t>Where scraped data is useful</a:t>
            </a:r>
          </a:p>
          <a:p>
            <a:r>
              <a:rPr lang="en-US" b="1" dirty="0"/>
              <a:t>Sample matter:</a:t>
            </a:r>
            <a:endParaRPr lang="en-US" dirty="0"/>
          </a:p>
          <a:p>
            <a:r>
              <a:rPr lang="en-US" dirty="0"/>
              <a:t>Price comparison</a:t>
            </a:r>
          </a:p>
          <a:p>
            <a:r>
              <a:rPr lang="en-US" dirty="0"/>
              <a:t>Market trend analysis</a:t>
            </a:r>
          </a:p>
          <a:p>
            <a:r>
              <a:rPr lang="en-US" dirty="0"/>
              <a:t>Product research</a:t>
            </a:r>
          </a:p>
          <a:p>
            <a:r>
              <a:rPr lang="en-US" dirty="0"/>
              <a:t>Academic and research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85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84E6-3762-73BA-081D-CC3451A9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56E0-FE64-8193-5445-85495D44C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81316"/>
            <a:ext cx="9905999" cy="410988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Include:</a:t>
            </a:r>
          </a:p>
          <a:p>
            <a:r>
              <a:rPr lang="en-IN" dirty="0"/>
              <a:t>Overall summary</a:t>
            </a:r>
          </a:p>
          <a:p>
            <a:r>
              <a:rPr lang="en-IN" dirty="0"/>
              <a:t>Final outcome</a:t>
            </a:r>
          </a:p>
          <a:p>
            <a:r>
              <a:rPr lang="en-IN" b="1" dirty="0"/>
              <a:t>Sample matter:</a:t>
            </a:r>
            <a:endParaRPr lang="en-IN" dirty="0"/>
          </a:p>
          <a:p>
            <a:r>
              <a:rPr lang="en-IN" dirty="0"/>
              <a:t>Web scraping helps in efficient data collection.</a:t>
            </a:r>
          </a:p>
          <a:p>
            <a:r>
              <a:rPr lang="en-IN" dirty="0"/>
              <a:t>Python makes scraping easy and effective.</a:t>
            </a:r>
          </a:p>
          <a:p>
            <a:r>
              <a:rPr lang="en-IN" dirty="0"/>
              <a:t>Flipkart data provides valuable insights for analysis.</a:t>
            </a:r>
          </a:p>
          <a:p>
            <a:r>
              <a:rPr lang="en-IN" dirty="0"/>
              <a:t>Ethical and responsible scraping is important.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490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{7D251CF5-85F5-4F11-952C-85B97A7CE0B7}TF6d5feb1e-e145-43f1-b745-cb4b54c5ee975d365c52-ce22229b0e48</Template>
  <TotalTime>12</TotalTime>
  <Words>341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Web Scraping Using Python</vt:lpstr>
      <vt:lpstr>Introduction to Web Scraping</vt:lpstr>
      <vt:lpstr>Why Flipkart for Web Scraping</vt:lpstr>
      <vt:lpstr>Tools &amp; Technologies Used</vt:lpstr>
      <vt:lpstr>Understanding Flipkart Website Structure</vt:lpstr>
      <vt:lpstr>Data Collected from Flipkart</vt:lpstr>
      <vt:lpstr>Web Scraping Process</vt:lpstr>
      <vt:lpstr>Challenges in Web Scraping</vt:lpstr>
      <vt:lpstr>Applications of Web Scraping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jairam K</dc:creator>
  <cp:lastModifiedBy>jairam K</cp:lastModifiedBy>
  <cp:revision>1</cp:revision>
  <dcterms:created xsi:type="dcterms:W3CDTF">2026-01-27T05:42:25Z</dcterms:created>
  <dcterms:modified xsi:type="dcterms:W3CDTF">2026-01-27T05:54:34Z</dcterms:modified>
</cp:coreProperties>
</file>